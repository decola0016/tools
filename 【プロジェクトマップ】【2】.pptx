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52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3B3B"/>
    <a:srgbClr val="FEE2E4"/>
    <a:srgbClr val="FBE5D6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7AC3CCA-C797-4891-BE02-D94E43425B78}" styleName="スタイル (中間)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628" autoAdjust="0"/>
    <p:restoredTop sz="94660"/>
  </p:normalViewPr>
  <p:slideViewPr>
    <p:cSldViewPr snapToGrid="0">
      <p:cViewPr varScale="1">
        <p:scale>
          <a:sx n="83" d="100"/>
          <a:sy n="83" d="100"/>
        </p:scale>
        <p:origin x="9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8BE19A-2280-4472-B070-A6058AA71E87}" type="datetimeFigureOut">
              <a:rPr kumimoji="1" lang="ja-JP" altLang="en-US" smtClean="0"/>
              <a:t>2022/6/2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91F0B8-A39D-4662-A052-63200939C0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853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E7781-D8DE-4DB1-A861-ED437395F0BD}" type="datetimeFigureOut">
              <a:rPr kumimoji="1" lang="ja-JP" altLang="en-US" smtClean="0"/>
              <a:t>2022/6/2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96242-0E14-4A6C-831A-B150FD36A5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4135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E7781-D8DE-4DB1-A861-ED437395F0BD}" type="datetimeFigureOut">
              <a:rPr kumimoji="1" lang="ja-JP" altLang="en-US" smtClean="0"/>
              <a:t>2022/6/2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96242-0E14-4A6C-831A-B150FD36A5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2528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E7781-D8DE-4DB1-A861-ED437395F0BD}" type="datetimeFigureOut">
              <a:rPr kumimoji="1" lang="ja-JP" altLang="en-US" smtClean="0"/>
              <a:t>2022/6/2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96242-0E14-4A6C-831A-B150FD36A5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7746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E7781-D8DE-4DB1-A861-ED437395F0BD}" type="datetimeFigureOut">
              <a:rPr kumimoji="1" lang="ja-JP" altLang="en-US" smtClean="0"/>
              <a:t>2022/6/2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96242-0E14-4A6C-831A-B150FD36A5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2944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E7781-D8DE-4DB1-A861-ED437395F0BD}" type="datetimeFigureOut">
              <a:rPr kumimoji="1" lang="ja-JP" altLang="en-US" smtClean="0"/>
              <a:t>2022/6/2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96242-0E14-4A6C-831A-B150FD36A5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4922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E7781-D8DE-4DB1-A861-ED437395F0BD}" type="datetimeFigureOut">
              <a:rPr kumimoji="1" lang="ja-JP" altLang="en-US" smtClean="0"/>
              <a:t>2022/6/2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96242-0E14-4A6C-831A-B150FD36A5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5085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E7781-D8DE-4DB1-A861-ED437395F0BD}" type="datetimeFigureOut">
              <a:rPr kumimoji="1" lang="ja-JP" altLang="en-US" smtClean="0"/>
              <a:t>2022/6/2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96242-0E14-4A6C-831A-B150FD36A5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1193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E7781-D8DE-4DB1-A861-ED437395F0BD}" type="datetimeFigureOut">
              <a:rPr kumimoji="1" lang="ja-JP" altLang="en-US" smtClean="0"/>
              <a:t>2022/6/2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96242-0E14-4A6C-831A-B150FD36A5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2829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E7781-D8DE-4DB1-A861-ED437395F0BD}" type="datetimeFigureOut">
              <a:rPr kumimoji="1" lang="ja-JP" altLang="en-US" smtClean="0"/>
              <a:t>2022/6/2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96242-0E14-4A6C-831A-B150FD36A5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3632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E7781-D8DE-4DB1-A861-ED437395F0BD}" type="datetimeFigureOut">
              <a:rPr kumimoji="1" lang="ja-JP" altLang="en-US" smtClean="0"/>
              <a:t>2022/6/2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96242-0E14-4A6C-831A-B150FD36A5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2277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E7781-D8DE-4DB1-A861-ED437395F0BD}" type="datetimeFigureOut">
              <a:rPr kumimoji="1" lang="ja-JP" altLang="en-US" smtClean="0"/>
              <a:t>2022/6/2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96242-0E14-4A6C-831A-B150FD36A5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0807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E7781-D8DE-4DB1-A861-ED437395F0BD}" type="datetimeFigureOut">
              <a:rPr kumimoji="1" lang="ja-JP" altLang="en-US" smtClean="0"/>
              <a:t>2022/6/2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296242-0E14-4A6C-831A-B150FD36A5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9184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表 34">
            <a:extLst>
              <a:ext uri="{FF2B5EF4-FFF2-40B4-BE49-F238E27FC236}">
                <a16:creationId xmlns:a16="http://schemas.microsoft.com/office/drawing/2014/main" id="{5CBEA2F4-A8CF-4BA3-AA97-2EBF449289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5647641"/>
              </p:ext>
            </p:extLst>
          </p:nvPr>
        </p:nvGraphicFramePr>
        <p:xfrm>
          <a:off x="435171" y="923636"/>
          <a:ext cx="11267922" cy="54771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720">
                  <a:extLst>
                    <a:ext uri="{9D8B030D-6E8A-4147-A177-3AD203B41FA5}">
                      <a16:colId xmlns:a16="http://schemas.microsoft.com/office/drawing/2014/main" val="1536573991"/>
                    </a:ext>
                  </a:extLst>
                </a:gridCol>
                <a:gridCol w="10841202">
                  <a:extLst>
                    <a:ext uri="{9D8B030D-6E8A-4147-A177-3AD203B41FA5}">
                      <a16:colId xmlns:a16="http://schemas.microsoft.com/office/drawing/2014/main" val="2602351040"/>
                    </a:ext>
                  </a:extLst>
                </a:gridCol>
              </a:tblGrid>
              <a:tr h="1095433">
                <a:tc>
                  <a:txBody>
                    <a:bodyPr/>
                    <a:lstStyle/>
                    <a:p>
                      <a:r>
                        <a:rPr kumimoji="1" lang="ja-JP" altLang="en-US" sz="1600" b="1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○○さん</a:t>
                      </a:r>
                    </a:p>
                  </a:txBody>
                  <a:tcPr vert="eaVert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9956555"/>
                  </a:ext>
                </a:extLst>
              </a:tr>
              <a:tr h="1095433">
                <a:tc>
                  <a:txBody>
                    <a:bodyPr/>
                    <a:lstStyle/>
                    <a:p>
                      <a:r>
                        <a:rPr kumimoji="1" lang="ja-JP" altLang="en-US" sz="1600" b="1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○○さん</a:t>
                      </a:r>
                      <a:endParaRPr kumimoji="1" lang="en-US" altLang="ja-JP" sz="1600" b="1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vert="eaVert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054668"/>
                  </a:ext>
                </a:extLst>
              </a:tr>
              <a:tr h="1095433">
                <a:tc>
                  <a:txBody>
                    <a:bodyPr/>
                    <a:lstStyle/>
                    <a:p>
                      <a:r>
                        <a:rPr kumimoji="1" lang="ja-JP" altLang="en-US" sz="1600" b="1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○○さん</a:t>
                      </a:r>
                    </a:p>
                  </a:txBody>
                  <a:tcPr vert="eaVert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2373278"/>
                  </a:ext>
                </a:extLst>
              </a:tr>
              <a:tr h="1095433">
                <a:tc>
                  <a:txBody>
                    <a:bodyPr/>
                    <a:lstStyle/>
                    <a:p>
                      <a:r>
                        <a:rPr kumimoji="1" lang="ja-JP" altLang="en-US" sz="1600" b="1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○○さん</a:t>
                      </a:r>
                    </a:p>
                  </a:txBody>
                  <a:tcPr vert="eaVert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7515"/>
                  </a:ext>
                </a:extLst>
              </a:tr>
              <a:tr h="1095433">
                <a:tc>
                  <a:txBody>
                    <a:bodyPr/>
                    <a:lstStyle/>
                    <a:p>
                      <a:endParaRPr kumimoji="1" lang="ja-JP" altLang="en-US" sz="1600" b="1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vert="eaVert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470268"/>
                  </a:ext>
                </a:extLst>
              </a:tr>
            </a:tbl>
          </a:graphicData>
        </a:graphic>
      </p:graphicFrame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0541E8A6-1291-4D3A-8B44-B16003F3E1C6}"/>
              </a:ext>
            </a:extLst>
          </p:cNvPr>
          <p:cNvSpPr/>
          <p:nvPr/>
        </p:nvSpPr>
        <p:spPr>
          <a:xfrm>
            <a:off x="1503449" y="2137326"/>
            <a:ext cx="720000" cy="862789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ja-JP" altLang="en-US" sz="11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0BE43431-029E-42D5-ADE5-CF760A7FBD6F}"/>
              </a:ext>
            </a:extLst>
          </p:cNvPr>
          <p:cNvSpPr/>
          <p:nvPr/>
        </p:nvSpPr>
        <p:spPr>
          <a:xfrm>
            <a:off x="2374805" y="2137326"/>
            <a:ext cx="720000" cy="862789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ja-JP" altLang="en-US" sz="11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C3DEFA3-562A-4273-ACB3-D822187B9695}"/>
              </a:ext>
            </a:extLst>
          </p:cNvPr>
          <p:cNvSpPr/>
          <p:nvPr/>
        </p:nvSpPr>
        <p:spPr>
          <a:xfrm>
            <a:off x="145995" y="156786"/>
            <a:ext cx="9483428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ja-JP" altLang="en-US" sz="2800" b="1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プロジェクトマップ</a:t>
            </a:r>
            <a:endParaRPr kumimoji="1" lang="ja-JP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96D3ABA4-F087-407E-BAAC-2EE689A4A689}"/>
              </a:ext>
            </a:extLst>
          </p:cNvPr>
          <p:cNvSpPr/>
          <p:nvPr/>
        </p:nvSpPr>
        <p:spPr>
          <a:xfrm>
            <a:off x="851217" y="1040252"/>
            <a:ext cx="360000" cy="5262637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スタート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EE8AF864-D88A-4917-9896-22FA4DA1C4D6}"/>
              </a:ext>
            </a:extLst>
          </p:cNvPr>
          <p:cNvSpPr/>
          <p:nvPr/>
        </p:nvSpPr>
        <p:spPr>
          <a:xfrm>
            <a:off x="11156496" y="1040252"/>
            <a:ext cx="368574" cy="5252211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ゴール</a:t>
            </a:r>
          </a:p>
        </p:txBody>
      </p:sp>
      <p:cxnSp>
        <p:nvCxnSpPr>
          <p:cNvPr id="39" name="コネクタ: カギ線 38">
            <a:extLst>
              <a:ext uri="{FF2B5EF4-FFF2-40B4-BE49-F238E27FC236}">
                <a16:creationId xmlns:a16="http://schemas.microsoft.com/office/drawing/2014/main" id="{85741C69-13D1-4E0A-800E-3B83CDE20A11}"/>
              </a:ext>
            </a:extLst>
          </p:cNvPr>
          <p:cNvCxnSpPr>
            <a:cxnSpLocks/>
            <a:stCxn id="25" idx="3"/>
            <a:endCxn id="36" idx="1"/>
          </p:cNvCxnSpPr>
          <p:nvPr/>
        </p:nvCxnSpPr>
        <p:spPr>
          <a:xfrm flipV="1">
            <a:off x="1211217" y="2568721"/>
            <a:ext cx="292232" cy="1102850"/>
          </a:xfrm>
          <a:prstGeom prst="bentConnector3">
            <a:avLst>
              <a:gd name="adj1" fmla="val 50000"/>
            </a:avLst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矢印コネクタ 39">
            <a:extLst>
              <a:ext uri="{FF2B5EF4-FFF2-40B4-BE49-F238E27FC236}">
                <a16:creationId xmlns:a16="http://schemas.microsoft.com/office/drawing/2014/main" id="{9C900ECA-26B4-4BAD-BE08-E3C15A2EDA97}"/>
              </a:ext>
            </a:extLst>
          </p:cNvPr>
          <p:cNvCxnSpPr>
            <a:cxnSpLocks/>
            <a:stCxn id="36" idx="3"/>
            <a:endCxn id="37" idx="1"/>
          </p:cNvCxnSpPr>
          <p:nvPr/>
        </p:nvCxnSpPr>
        <p:spPr>
          <a:xfrm>
            <a:off x="2223449" y="2568721"/>
            <a:ext cx="151356" cy="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2D46F885-0EF9-4CED-93B3-3AD8E596565D}"/>
              </a:ext>
            </a:extLst>
          </p:cNvPr>
          <p:cNvSpPr/>
          <p:nvPr/>
        </p:nvSpPr>
        <p:spPr>
          <a:xfrm>
            <a:off x="1503449" y="1040252"/>
            <a:ext cx="720000" cy="862789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defTabSz="711200">
              <a:lnSpc>
                <a:spcPts val="800"/>
              </a:lnSpc>
              <a:spcBef>
                <a:spcPct val="0"/>
              </a:spcBef>
              <a:spcAft>
                <a:spcPct val="35000"/>
              </a:spcAft>
            </a:pPr>
            <a:endParaRPr lang="ja-JP" altLang="en-US" sz="11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21" name="コネクタ: カギ線 120">
            <a:extLst>
              <a:ext uri="{FF2B5EF4-FFF2-40B4-BE49-F238E27FC236}">
                <a16:creationId xmlns:a16="http://schemas.microsoft.com/office/drawing/2014/main" id="{B23437B6-CBE4-43E1-A4B1-7B9145B15EF9}"/>
              </a:ext>
            </a:extLst>
          </p:cNvPr>
          <p:cNvCxnSpPr>
            <a:cxnSpLocks/>
            <a:stCxn id="25" idx="3"/>
            <a:endCxn id="86" idx="1"/>
          </p:cNvCxnSpPr>
          <p:nvPr/>
        </p:nvCxnSpPr>
        <p:spPr>
          <a:xfrm flipV="1">
            <a:off x="1211217" y="1471647"/>
            <a:ext cx="292232" cy="2199924"/>
          </a:xfrm>
          <a:prstGeom prst="bentConnector3">
            <a:avLst>
              <a:gd name="adj1" fmla="val 50000"/>
            </a:avLst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テキスト ボックス 136">
            <a:extLst>
              <a:ext uri="{FF2B5EF4-FFF2-40B4-BE49-F238E27FC236}">
                <a16:creationId xmlns:a16="http://schemas.microsoft.com/office/drawing/2014/main" id="{83A14AEF-5810-4449-897E-4878E50F2121}"/>
              </a:ext>
            </a:extLst>
          </p:cNvPr>
          <p:cNvSpPr txBox="1"/>
          <p:nvPr/>
        </p:nvSpPr>
        <p:spPr>
          <a:xfrm>
            <a:off x="365481" y="662026"/>
            <a:ext cx="6078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責任者</a:t>
            </a:r>
          </a:p>
        </p:txBody>
      </p:sp>
      <p:sp>
        <p:nvSpPr>
          <p:cNvPr id="138" name="正方形/長方形 137">
            <a:extLst>
              <a:ext uri="{FF2B5EF4-FFF2-40B4-BE49-F238E27FC236}">
                <a16:creationId xmlns:a16="http://schemas.microsoft.com/office/drawing/2014/main" id="{D79ACBDE-8BC8-4286-9B4A-6E4B679DCDB5}"/>
              </a:ext>
            </a:extLst>
          </p:cNvPr>
          <p:cNvSpPr/>
          <p:nvPr/>
        </p:nvSpPr>
        <p:spPr>
          <a:xfrm>
            <a:off x="9875462" y="302469"/>
            <a:ext cx="845128" cy="377537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</a:t>
            </a:r>
          </a:p>
        </p:txBody>
      </p:sp>
      <p:sp>
        <p:nvSpPr>
          <p:cNvPr id="139" name="正方形/長方形 138">
            <a:extLst>
              <a:ext uri="{FF2B5EF4-FFF2-40B4-BE49-F238E27FC236}">
                <a16:creationId xmlns:a16="http://schemas.microsoft.com/office/drawing/2014/main" id="{3665C022-F8DD-4D3C-8BA5-E3FE41CFC117}"/>
              </a:ext>
            </a:extLst>
          </p:cNvPr>
          <p:cNvSpPr/>
          <p:nvPr/>
        </p:nvSpPr>
        <p:spPr>
          <a:xfrm>
            <a:off x="8919498" y="302469"/>
            <a:ext cx="845128" cy="377537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通常</a:t>
            </a:r>
          </a:p>
        </p:txBody>
      </p:sp>
      <p:sp>
        <p:nvSpPr>
          <p:cNvPr id="141" name="正方形/長方形 140">
            <a:extLst>
              <a:ext uri="{FF2B5EF4-FFF2-40B4-BE49-F238E27FC236}">
                <a16:creationId xmlns:a16="http://schemas.microsoft.com/office/drawing/2014/main" id="{19D85D0C-191D-4589-84C9-00E575B0A06E}"/>
              </a:ext>
            </a:extLst>
          </p:cNvPr>
          <p:cNvSpPr/>
          <p:nvPr/>
        </p:nvSpPr>
        <p:spPr>
          <a:xfrm>
            <a:off x="10857965" y="302469"/>
            <a:ext cx="845128" cy="37753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済み</a:t>
            </a:r>
          </a:p>
        </p:txBody>
      </p:sp>
      <p:cxnSp>
        <p:nvCxnSpPr>
          <p:cNvPr id="58" name="コネクタ: カギ線 57">
            <a:extLst>
              <a:ext uri="{FF2B5EF4-FFF2-40B4-BE49-F238E27FC236}">
                <a16:creationId xmlns:a16="http://schemas.microsoft.com/office/drawing/2014/main" id="{5D5FD58C-982E-44A0-9345-FF25780BC593}"/>
              </a:ext>
            </a:extLst>
          </p:cNvPr>
          <p:cNvCxnSpPr>
            <a:cxnSpLocks/>
            <a:stCxn id="44" idx="2"/>
            <a:endCxn id="47" idx="1"/>
          </p:cNvCxnSpPr>
          <p:nvPr/>
        </p:nvCxnSpPr>
        <p:spPr>
          <a:xfrm rot="16200000" flipH="1">
            <a:off x="3723547" y="3754084"/>
            <a:ext cx="1766861" cy="258921"/>
          </a:xfrm>
          <a:prstGeom prst="bentConnector2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矢印コネクタ 65">
            <a:extLst>
              <a:ext uri="{FF2B5EF4-FFF2-40B4-BE49-F238E27FC236}">
                <a16:creationId xmlns:a16="http://schemas.microsoft.com/office/drawing/2014/main" id="{C5E375F5-B722-4074-A977-562E0FEA0BB8}"/>
              </a:ext>
            </a:extLst>
          </p:cNvPr>
          <p:cNvCxnSpPr>
            <a:cxnSpLocks/>
            <a:stCxn id="37" idx="3"/>
            <a:endCxn id="50" idx="1"/>
          </p:cNvCxnSpPr>
          <p:nvPr/>
        </p:nvCxnSpPr>
        <p:spPr>
          <a:xfrm flipV="1">
            <a:off x="3094805" y="2567191"/>
            <a:ext cx="151356" cy="153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BC83B24A-E8BD-4F90-AD24-ADA270DA49CF}"/>
              </a:ext>
            </a:extLst>
          </p:cNvPr>
          <p:cNvSpPr/>
          <p:nvPr/>
        </p:nvSpPr>
        <p:spPr>
          <a:xfrm>
            <a:off x="4117517" y="2137326"/>
            <a:ext cx="720000" cy="862789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altLang="ja-JP" sz="11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93EAED21-A231-4976-98F3-1F7170E462BD}"/>
              </a:ext>
            </a:extLst>
          </p:cNvPr>
          <p:cNvSpPr/>
          <p:nvPr/>
        </p:nvSpPr>
        <p:spPr>
          <a:xfrm>
            <a:off x="4736438" y="4335581"/>
            <a:ext cx="720000" cy="862789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altLang="ja-JP" sz="11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4A92634F-B616-403D-9DAA-8C6D5D279E6B}"/>
              </a:ext>
            </a:extLst>
          </p:cNvPr>
          <p:cNvSpPr/>
          <p:nvPr/>
        </p:nvSpPr>
        <p:spPr>
          <a:xfrm>
            <a:off x="5609187" y="3236453"/>
            <a:ext cx="720000" cy="862789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altLang="ja-JP" sz="11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F8827A53-B28B-480E-8450-2EC1C88057F5}"/>
              </a:ext>
            </a:extLst>
          </p:cNvPr>
          <p:cNvSpPr/>
          <p:nvPr/>
        </p:nvSpPr>
        <p:spPr>
          <a:xfrm>
            <a:off x="4739768" y="3236453"/>
            <a:ext cx="720000" cy="862789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altLang="ja-JP" sz="11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55" name="コネクタ: カギ線 54">
            <a:extLst>
              <a:ext uri="{FF2B5EF4-FFF2-40B4-BE49-F238E27FC236}">
                <a16:creationId xmlns:a16="http://schemas.microsoft.com/office/drawing/2014/main" id="{D4B6AC8E-518E-44D9-8B3D-38955CA4BAF3}"/>
              </a:ext>
            </a:extLst>
          </p:cNvPr>
          <p:cNvCxnSpPr>
            <a:cxnSpLocks/>
            <a:stCxn id="44" idx="2"/>
            <a:endCxn id="49" idx="1"/>
          </p:cNvCxnSpPr>
          <p:nvPr/>
        </p:nvCxnSpPr>
        <p:spPr>
          <a:xfrm rot="16200000" flipH="1">
            <a:off x="4274776" y="3202855"/>
            <a:ext cx="667733" cy="262251"/>
          </a:xfrm>
          <a:prstGeom prst="bentConnector2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矢印コネクタ 61">
            <a:extLst>
              <a:ext uri="{FF2B5EF4-FFF2-40B4-BE49-F238E27FC236}">
                <a16:creationId xmlns:a16="http://schemas.microsoft.com/office/drawing/2014/main" id="{E60C2D5C-3060-4E97-938F-AC9FAD7B1A90}"/>
              </a:ext>
            </a:extLst>
          </p:cNvPr>
          <p:cNvCxnSpPr>
            <a:cxnSpLocks/>
            <a:stCxn id="49" idx="3"/>
            <a:endCxn id="48" idx="1"/>
          </p:cNvCxnSpPr>
          <p:nvPr/>
        </p:nvCxnSpPr>
        <p:spPr>
          <a:xfrm>
            <a:off x="5459768" y="3667848"/>
            <a:ext cx="149419" cy="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コネクタ: カギ線 145">
            <a:extLst>
              <a:ext uri="{FF2B5EF4-FFF2-40B4-BE49-F238E27FC236}">
                <a16:creationId xmlns:a16="http://schemas.microsoft.com/office/drawing/2014/main" id="{0782FC1F-E287-4AF9-BD78-2F3DB60EEFBF}"/>
              </a:ext>
            </a:extLst>
          </p:cNvPr>
          <p:cNvCxnSpPr>
            <a:cxnSpLocks/>
            <a:stCxn id="51" idx="3"/>
            <a:endCxn id="26" idx="1"/>
          </p:cNvCxnSpPr>
          <p:nvPr/>
        </p:nvCxnSpPr>
        <p:spPr>
          <a:xfrm flipV="1">
            <a:off x="6334766" y="3666358"/>
            <a:ext cx="4821730" cy="1100616"/>
          </a:xfrm>
          <a:prstGeom prst="bentConnector3">
            <a:avLst>
              <a:gd name="adj1" fmla="val 50000"/>
            </a:avLst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4020D964-5ECE-4DF3-BE28-5F5F361264BE}"/>
              </a:ext>
            </a:extLst>
          </p:cNvPr>
          <p:cNvSpPr txBox="1"/>
          <p:nvPr/>
        </p:nvSpPr>
        <p:spPr>
          <a:xfrm>
            <a:off x="75029" y="1139730"/>
            <a:ext cx="353943" cy="65659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ja-JP" altLang="en-US" sz="11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リーダー</a:t>
            </a: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E26830D1-F33C-4A28-B543-28A3C38A32D0}"/>
              </a:ext>
            </a:extLst>
          </p:cNvPr>
          <p:cNvSpPr/>
          <p:nvPr/>
        </p:nvSpPr>
        <p:spPr>
          <a:xfrm>
            <a:off x="3246161" y="2135796"/>
            <a:ext cx="720000" cy="862789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altLang="ja-JP" sz="11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2942484D-D486-4B6A-AE9C-3030D6DF0D61}"/>
              </a:ext>
            </a:extLst>
          </p:cNvPr>
          <p:cNvSpPr/>
          <p:nvPr/>
        </p:nvSpPr>
        <p:spPr>
          <a:xfrm>
            <a:off x="5614766" y="4335579"/>
            <a:ext cx="720000" cy="862789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altLang="ja-JP" sz="11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33122660-1969-45FC-90E8-2ED49CAC33A5}"/>
              </a:ext>
            </a:extLst>
          </p:cNvPr>
          <p:cNvCxnSpPr>
            <a:cxnSpLocks/>
            <a:stCxn id="47" idx="3"/>
            <a:endCxn id="51" idx="1"/>
          </p:cNvCxnSpPr>
          <p:nvPr/>
        </p:nvCxnSpPr>
        <p:spPr>
          <a:xfrm flipV="1">
            <a:off x="5456438" y="4766974"/>
            <a:ext cx="158328" cy="2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矢印コネクタ 91">
            <a:extLst>
              <a:ext uri="{FF2B5EF4-FFF2-40B4-BE49-F238E27FC236}">
                <a16:creationId xmlns:a16="http://schemas.microsoft.com/office/drawing/2014/main" id="{6455E0DC-34AF-4A42-AF49-7A24F03E2839}"/>
              </a:ext>
            </a:extLst>
          </p:cNvPr>
          <p:cNvCxnSpPr>
            <a:cxnSpLocks/>
            <a:stCxn id="50" idx="3"/>
            <a:endCxn id="44" idx="1"/>
          </p:cNvCxnSpPr>
          <p:nvPr/>
        </p:nvCxnSpPr>
        <p:spPr>
          <a:xfrm>
            <a:off x="3966161" y="2567191"/>
            <a:ext cx="151356" cy="153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線矢印コネクタ 115">
            <a:extLst>
              <a:ext uri="{FF2B5EF4-FFF2-40B4-BE49-F238E27FC236}">
                <a16:creationId xmlns:a16="http://schemas.microsoft.com/office/drawing/2014/main" id="{A4467ED9-1946-4571-B4D2-8B03A520C3D3}"/>
              </a:ext>
            </a:extLst>
          </p:cNvPr>
          <p:cNvCxnSpPr>
            <a:cxnSpLocks/>
          </p:cNvCxnSpPr>
          <p:nvPr/>
        </p:nvCxnSpPr>
        <p:spPr>
          <a:xfrm flipV="1">
            <a:off x="3094805" y="2567191"/>
            <a:ext cx="140666" cy="153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矢印コネクタ 71">
            <a:extLst>
              <a:ext uri="{FF2B5EF4-FFF2-40B4-BE49-F238E27FC236}">
                <a16:creationId xmlns:a16="http://schemas.microsoft.com/office/drawing/2014/main" id="{C6F0B3A0-6C4F-4FF0-84A5-99B0129DFEC8}"/>
              </a:ext>
            </a:extLst>
          </p:cNvPr>
          <p:cNvCxnSpPr>
            <a:cxnSpLocks/>
            <a:stCxn id="48" idx="3"/>
          </p:cNvCxnSpPr>
          <p:nvPr/>
        </p:nvCxnSpPr>
        <p:spPr>
          <a:xfrm>
            <a:off x="6329187" y="3667848"/>
            <a:ext cx="4821730" cy="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7585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9680</TotalTime>
  <Words>16</Words>
  <Application>Microsoft Office PowerPoint</Application>
  <PresentationFormat>ワイド画面</PresentationFormat>
  <Paragraphs>12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Meiryo UI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26356倉地　利治</dc:creator>
  <cp:lastModifiedBy>11201062　吉橋　章</cp:lastModifiedBy>
  <cp:revision>457</cp:revision>
  <dcterms:created xsi:type="dcterms:W3CDTF">2021-03-30T20:35:02Z</dcterms:created>
  <dcterms:modified xsi:type="dcterms:W3CDTF">2022-06-02T01:46:50Z</dcterms:modified>
</cp:coreProperties>
</file>